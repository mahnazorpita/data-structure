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6205" y="492698"/>
            <a:ext cx="7808976" cy="1088136"/>
          </a:xfrm>
        </p:spPr>
        <p:txBody>
          <a:bodyPr>
            <a:noAutofit/>
          </a:bodyPr>
          <a:lstStyle/>
          <a:p>
            <a:r>
              <a:rPr lang="en-US" sz="3800" dirty="0"/>
              <a:t>Applications of Stack &amp; Queue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80834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2107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8564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</a:t>
                      </a:r>
                      <a:r>
                        <a:rPr lang="en-US" i="1" dirty="0">
                          <a:solidFill>
                            <a:srgbClr val="0070C0"/>
                          </a:solidFill>
                        </a:rPr>
                        <a:t>nyme.ahmed@aiub.edu</a:t>
                      </a:r>
                      <a:r>
                        <a:rPr lang="en-US" i="1" dirty="0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95821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Structure (Lab)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28642"/>
          </a:xfrm>
        </p:spPr>
        <p:txBody>
          <a:bodyPr>
            <a:normAutofit/>
          </a:bodyPr>
          <a:lstStyle/>
          <a:p>
            <a:pPr marL="342900" indent="-342900" algn="just" fontAlgn="base">
              <a:buClrTx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Write C++ code to convert an infix algebraic expression to a postfix one using the help of Stack &amp; Queue.</a:t>
            </a:r>
          </a:p>
          <a:p>
            <a:pPr algn="just" fontAlgn="base">
              <a:buClrTx/>
            </a:pPr>
            <a:endParaRPr lang="en-US" dirty="0">
              <a:solidFill>
                <a:schemeClr val="tx1"/>
              </a:solidFill>
            </a:endParaRPr>
          </a:p>
          <a:p>
            <a:pPr algn="ctr" fontAlgn="base">
              <a:buClrTx/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2*4+(6-3)/3</a:t>
            </a: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algn="just" fontAlgn="base">
              <a:buClrTx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just" fontAlgn="base">
              <a:buClrTx/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</a:rPr>
              <a:t>Write C++ code to evaluate the postfix algebraic expression (which you got in the previous problem) using the help of Stack &amp; Queue.</a:t>
            </a:r>
          </a:p>
          <a:p>
            <a:pPr marL="342900" indent="-342900" algn="just" fontAlgn="base">
              <a:buClrTx/>
              <a:buAutoNum type="arabicPeriod" startAt="2"/>
            </a:pPr>
            <a:endParaRPr lang="en-US" dirty="0">
              <a:solidFill>
                <a:schemeClr val="tx1"/>
              </a:solidFill>
            </a:endParaRPr>
          </a:p>
          <a:p>
            <a:pPr algn="just" fontAlgn="base">
              <a:buClrTx/>
            </a:pPr>
            <a:r>
              <a:rPr lang="en-US" dirty="0">
                <a:solidFill>
                  <a:schemeClr val="tx1"/>
                </a:solidFill>
              </a:rPr>
              <a:t>For both of these problems, an operand is assumed to be a single digit. And an operator is limited to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+’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-’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‘*’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‘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/’</a:t>
            </a:r>
            <a:r>
              <a:rPr lang="en-US" dirty="0">
                <a:solidFill>
                  <a:schemeClr val="tx1"/>
                </a:solidFill>
              </a:rPr>
              <a:t> (these 4 types). Also, for usage of parentheses, use only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‘(‘</a:t>
            </a:r>
            <a:r>
              <a:rPr lang="en-US" dirty="0">
                <a:solidFill>
                  <a:schemeClr val="tx1"/>
                </a:solidFill>
              </a:rPr>
              <a:t> for opening and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‘)’</a:t>
            </a:r>
            <a:r>
              <a:rPr lang="en-US" dirty="0">
                <a:solidFill>
                  <a:schemeClr val="tx1"/>
                </a:solidFill>
              </a:rPr>
              <a:t> for closing.</a:t>
            </a:r>
          </a:p>
          <a:p>
            <a:pPr algn="just" fontAlgn="base">
              <a:buClrTx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218651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8539C60182AE4C8C5632DCF07A9657" ma:contentTypeVersion="0" ma:contentTypeDescription="Create a new document." ma:contentTypeScope="" ma:versionID="9f538743a4495ccbca651eac251317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F4F140-022B-430A-B0B1-E1A2DCAE58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025D5C7-43C5-4ED9-B6F4-9A40CD7D1E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5A64D9-28BD-4B25-8032-759168963A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384</TotalTime>
  <Words>157</Words>
  <Application>Microsoft Office PowerPoint</Application>
  <PresentationFormat>On-screen Show (4:3)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Corbel</vt:lpstr>
      <vt:lpstr>Courier New</vt:lpstr>
      <vt:lpstr>Wingdings</vt:lpstr>
      <vt:lpstr>Spectrum</vt:lpstr>
      <vt:lpstr>Applications of Stack &amp; Queue</vt:lpstr>
      <vt:lpstr>Lab Tasks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229</cp:revision>
  <dcterms:created xsi:type="dcterms:W3CDTF">2018-12-10T17:20:29Z</dcterms:created>
  <dcterms:modified xsi:type="dcterms:W3CDTF">2022-11-20T16:07:55Z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0x0101004C8539C60182AE4C8C5632DCF07A9657</vt:lpwstr>
  </property>
</Properties>
</file>