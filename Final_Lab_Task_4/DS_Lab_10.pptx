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8" r:id="rId3"/>
    <p:sldId id="297" r:id="rId4"/>
    <p:sldId id="300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4" d="100"/>
          <a:sy n="64" d="100"/>
        </p:scale>
        <p:origin x="13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Linked List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1551228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2022-23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Nyme Ahmed (</a:t>
                      </a:r>
                      <a:r>
                        <a:rPr lang="en-US" i="1" dirty="0">
                          <a:solidFill>
                            <a:srgbClr val="0070C0"/>
                          </a:solidFill>
                        </a:rPr>
                        <a:t>nyme.ahmed@aiub.edu</a:t>
                      </a:r>
                      <a:r>
                        <a:rPr lang="en-US" i="1" dirty="0"/>
                        <a:t>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Data Structure (Lab)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Tasks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680612"/>
          </a:xfrm>
        </p:spPr>
        <p:txBody>
          <a:bodyPr>
            <a:normAutofit/>
          </a:bodyPr>
          <a:lstStyle/>
          <a:p>
            <a:pPr marL="457200" indent="-457200">
              <a:buClrTx/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Write a C++ code to implement following Linked List operations:</a:t>
            </a:r>
          </a:p>
          <a:p>
            <a:pPr marL="914400" lvl="1" indent="-457200" algn="l">
              <a:buClrTx/>
              <a:buFont typeface="Arial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traversal</a:t>
            </a:r>
          </a:p>
          <a:p>
            <a:pPr marL="914400" lvl="1" indent="-457200" algn="l">
              <a:buClrTx/>
              <a:buFont typeface="Arial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Insertion</a:t>
            </a:r>
          </a:p>
          <a:p>
            <a:pPr marL="914400" lvl="1" indent="-457200" algn="l">
              <a:buClrTx/>
              <a:buFont typeface="Arial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Searching</a:t>
            </a:r>
          </a:p>
          <a:p>
            <a:pPr marL="914400" lvl="1" indent="-457200" algn="l">
              <a:buClrTx/>
              <a:buFont typeface="Arial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Deletion</a:t>
            </a:r>
            <a:endParaRPr lang="en-US" sz="2400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029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Linked List: Implementation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1" y="2435897"/>
            <a:ext cx="7018317" cy="2400657"/>
          </a:xfrm>
          <a:prstGeom prst="rect">
            <a:avLst/>
          </a:prstGeom>
          <a:solidFill>
            <a:schemeClr val="bg1"/>
          </a:solidFill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/>
              <a:t>Do the following to write program for a Single Linked List:</a:t>
            </a:r>
          </a:p>
          <a:p>
            <a:pPr algn="just"/>
            <a:r>
              <a:rPr lang="en-US" sz="2000" dirty="0"/>
              <a:t>Create a singly linked list by </a:t>
            </a:r>
            <a:r>
              <a:rPr lang="en-US" sz="2000" b="1" dirty="0"/>
              <a:t>inserting</a:t>
            </a:r>
            <a:r>
              <a:rPr lang="en-US" sz="2000" dirty="0"/>
              <a:t> node one by one at the end.</a:t>
            </a:r>
          </a:p>
          <a:p>
            <a:pPr algn="just"/>
            <a:r>
              <a:rPr lang="en-US" sz="2000" b="1" dirty="0"/>
              <a:t>Display</a:t>
            </a:r>
            <a:r>
              <a:rPr lang="en-US" sz="2000" dirty="0"/>
              <a:t> your list</a:t>
            </a:r>
          </a:p>
          <a:p>
            <a:pPr algn="just"/>
            <a:r>
              <a:rPr lang="en-US" sz="2000" b="1" dirty="0"/>
              <a:t>Insert</a:t>
            </a:r>
            <a:r>
              <a:rPr lang="en-US" sz="2000" dirty="0"/>
              <a:t> a new item at a specific position (at the beginning and after a given node) </a:t>
            </a:r>
          </a:p>
          <a:p>
            <a:pPr algn="just"/>
            <a:r>
              <a:rPr lang="en-US" sz="2000" b="1" dirty="0"/>
              <a:t>Search</a:t>
            </a:r>
            <a:r>
              <a:rPr lang="en-US" sz="2000" dirty="0"/>
              <a:t> an item into your linked list.</a:t>
            </a:r>
          </a:p>
          <a:p>
            <a:pPr algn="just"/>
            <a:r>
              <a:rPr lang="en-US" sz="2000" b="1" dirty="0"/>
              <a:t>Delete</a:t>
            </a:r>
            <a:r>
              <a:rPr lang="en-US" sz="2000" dirty="0"/>
              <a:t> an item from the list (at beginning, at last and at middle)</a:t>
            </a:r>
          </a:p>
        </p:txBody>
      </p:sp>
    </p:spTree>
    <p:extLst>
      <p:ext uri="{BB962C8B-B14F-4D97-AF65-F5344CB8AC3E}">
        <p14:creationId xmlns:p14="http://schemas.microsoft.com/office/powerpoint/2010/main" val="1700368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1" y="2435897"/>
            <a:ext cx="7714186" cy="1569660"/>
          </a:xfrm>
          <a:prstGeom prst="rect">
            <a:avLst/>
          </a:prstGeom>
          <a:solidFill>
            <a:schemeClr val="bg1"/>
          </a:solidFill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pPr marL="457200" indent="-457200">
              <a:buClrTx/>
              <a:buFont typeface="+mj-lt"/>
              <a:buAutoNum type="arabicPeriod" startAt="2"/>
            </a:pPr>
            <a:r>
              <a:rPr lang="en-US" sz="2400" dirty="0"/>
              <a:t>Implement Stack using Linked List</a:t>
            </a:r>
          </a:p>
          <a:p>
            <a:pPr marL="457200" indent="-457200">
              <a:buClrTx/>
              <a:buFont typeface="+mj-lt"/>
              <a:buAutoNum type="arabicPeriod" startAt="2"/>
            </a:pPr>
            <a:r>
              <a:rPr lang="en-US" sz="2400" dirty="0"/>
              <a:t>Implement Queue using Linked List</a:t>
            </a:r>
          </a:p>
          <a:p>
            <a:pPr marL="457200" indent="-457200">
              <a:buClrTx/>
              <a:buFont typeface="+mj-lt"/>
              <a:buAutoNum type="arabicPeriod" startAt="2"/>
            </a:pPr>
            <a:r>
              <a:rPr lang="en-US" sz="2400" dirty="0"/>
              <a:t>Implement a  program to sort the elements in a Linked List</a:t>
            </a:r>
          </a:p>
        </p:txBody>
      </p:sp>
    </p:spTree>
    <p:extLst>
      <p:ext uri="{BB962C8B-B14F-4D97-AF65-F5344CB8AC3E}">
        <p14:creationId xmlns:p14="http://schemas.microsoft.com/office/powerpoint/2010/main" val="90733299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603</TotalTime>
  <Words>167</Words>
  <Application>Microsoft Office PowerPoint</Application>
  <PresentationFormat>On-screen Show (4:3)</PresentationFormat>
  <Paragraphs>30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Corbel</vt:lpstr>
      <vt:lpstr>Wingdings</vt:lpstr>
      <vt:lpstr>Spectrum</vt:lpstr>
      <vt:lpstr>Linked List</vt:lpstr>
      <vt:lpstr>Lab Tasks</vt:lpstr>
      <vt:lpstr>Linked List: Implementation</vt:lpstr>
      <vt:lpstr>Lab Tasks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Nyme Ahmed</cp:lastModifiedBy>
  <cp:revision>66</cp:revision>
  <dcterms:created xsi:type="dcterms:W3CDTF">2018-12-10T17:20:29Z</dcterms:created>
  <dcterms:modified xsi:type="dcterms:W3CDTF">2022-11-28T02:38:20Z</dcterms:modified>
</cp:coreProperties>
</file>