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8" r:id="rId3"/>
    <p:sldId id="297" r:id="rId4"/>
    <p:sldId id="298" r:id="rId5"/>
    <p:sldId id="299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24"/>
  </p:normalViewPr>
  <p:slideViewPr>
    <p:cSldViewPr snapToGrid="0" snapToObjects="1">
      <p:cViewPr varScale="1">
        <p:scale>
          <a:sx n="64" d="100"/>
          <a:sy n="64" d="100"/>
        </p:scale>
        <p:origin x="13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Search Tree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54000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Nyme Ahmed (nyme.ahmed@aiub.edu)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Structure (Lab)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680612"/>
          </a:xfrm>
        </p:spPr>
        <p:txBody>
          <a:bodyPr>
            <a:normAutofit/>
          </a:bodyPr>
          <a:lstStyle/>
          <a:p>
            <a:pPr marL="457200" indent="-457200">
              <a:buClrTx/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Write a C++ code to implement Binary Search Tree operations (insertion, traversal and searching)</a:t>
            </a: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029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BST: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435897"/>
            <a:ext cx="7018317" cy="1785104"/>
          </a:xfrm>
          <a:prstGeom prst="rect">
            <a:avLst/>
          </a:prstGeom>
          <a:solidFill>
            <a:schemeClr val="bg1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Do the following to write program for a BST:</a:t>
            </a:r>
          </a:p>
          <a:p>
            <a:pPr lvl="0"/>
            <a:r>
              <a:rPr lang="en-US" sz="2000" dirty="0"/>
              <a:t>To construct a binary search tree of integers (</a:t>
            </a:r>
            <a:r>
              <a:rPr lang="en-US" sz="2000" b="1" dirty="0"/>
              <a:t>insert</a:t>
            </a:r>
            <a:r>
              <a:rPr lang="en-US" sz="2000" dirty="0"/>
              <a:t> one by one).</a:t>
            </a:r>
          </a:p>
          <a:p>
            <a:pPr lvl="0"/>
            <a:r>
              <a:rPr lang="en-US" sz="2000" dirty="0"/>
              <a:t>To </a:t>
            </a:r>
            <a:r>
              <a:rPr lang="en-US" sz="2000" b="1" dirty="0"/>
              <a:t>traverse</a:t>
            </a:r>
            <a:r>
              <a:rPr lang="en-US" sz="2000" dirty="0"/>
              <a:t> the tree using all the methods i.e., in order, preorder and post order.</a:t>
            </a:r>
          </a:p>
          <a:p>
            <a:r>
              <a:rPr lang="en-US" sz="2000" dirty="0"/>
              <a:t>To </a:t>
            </a:r>
            <a:r>
              <a:rPr lang="en-US" sz="2000" b="1" dirty="0"/>
              <a:t>search</a:t>
            </a:r>
            <a:r>
              <a:rPr lang="en-US" sz="2000" dirty="0"/>
              <a:t> an element on a given BST.</a:t>
            </a:r>
          </a:p>
        </p:txBody>
      </p:sp>
    </p:spTree>
    <p:extLst>
      <p:ext uri="{BB962C8B-B14F-4D97-AF65-F5344CB8AC3E}">
        <p14:creationId xmlns:p14="http://schemas.microsoft.com/office/powerpoint/2010/main" val="170036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Tasks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680612"/>
          </a:xfrm>
        </p:spPr>
        <p:txBody>
          <a:bodyPr>
            <a:normAutofit/>
          </a:bodyPr>
          <a:lstStyle/>
          <a:p>
            <a:pPr marL="457200" indent="-457200">
              <a:buClrTx/>
              <a:buFont typeface="+mj-lt"/>
              <a:buAutoNum type="arabicPeriod" startAt="2"/>
            </a:pPr>
            <a:r>
              <a:rPr lang="en-US" sz="2400" dirty="0">
                <a:solidFill>
                  <a:schemeClr val="tx1"/>
                </a:solidFill>
              </a:rPr>
              <a:t>Extend the code of previous lab task to implement Binary Search Tree deletion.</a:t>
            </a:r>
          </a:p>
          <a:p>
            <a:pPr>
              <a:buClrTx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16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BST: Deletion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1" y="2435897"/>
            <a:ext cx="7018317" cy="2708434"/>
          </a:xfrm>
          <a:prstGeom prst="rect">
            <a:avLst/>
          </a:prstGeom>
          <a:solidFill>
            <a:schemeClr val="bg1"/>
          </a:solidFill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/>
              <a:t>Do the following to write program for a BST:</a:t>
            </a:r>
          </a:p>
          <a:p>
            <a:pPr lvl="0"/>
            <a:r>
              <a:rPr lang="en-US" sz="2000" dirty="0"/>
              <a:t>Extend the previous lab task to implement </a:t>
            </a:r>
            <a:r>
              <a:rPr lang="en-US" sz="2000" b="1" dirty="0"/>
              <a:t>deletion</a:t>
            </a:r>
            <a:r>
              <a:rPr lang="en-US" sz="2000" dirty="0"/>
              <a:t> operation</a:t>
            </a:r>
          </a:p>
          <a:p>
            <a:pPr lvl="0"/>
            <a:r>
              <a:rPr lang="en-US" sz="2000" dirty="0"/>
              <a:t>There are three cases when you delete a node.</a:t>
            </a:r>
          </a:p>
          <a:p>
            <a:pPr lvl="0"/>
            <a:r>
              <a:rPr lang="en-US" sz="2000" dirty="0"/>
              <a:t>Case 1: Node with zero child (Leaf node)</a:t>
            </a:r>
          </a:p>
          <a:p>
            <a:pPr lvl="0"/>
            <a:r>
              <a:rPr lang="en-US" sz="2000" dirty="0"/>
              <a:t>Case 2: Node with one child</a:t>
            </a:r>
          </a:p>
          <a:p>
            <a:pPr lvl="0"/>
            <a:r>
              <a:rPr lang="en-US" sz="2000" dirty="0"/>
              <a:t>Case 3: Node with both children</a:t>
            </a:r>
          </a:p>
          <a:p>
            <a:pPr lvl="0"/>
            <a:endParaRPr lang="en-US" sz="2000" dirty="0"/>
          </a:p>
          <a:p>
            <a:pPr lvl="0"/>
            <a:r>
              <a:rPr lang="en-US" sz="2000" dirty="0"/>
              <a:t>Implement the logic of 3 cases one by one.</a:t>
            </a:r>
          </a:p>
        </p:txBody>
      </p:sp>
    </p:spTree>
    <p:extLst>
      <p:ext uri="{BB962C8B-B14F-4D97-AF65-F5344CB8AC3E}">
        <p14:creationId xmlns:p14="http://schemas.microsoft.com/office/powerpoint/2010/main" val="20814048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642</TotalTime>
  <Words>210</Words>
  <Application>Microsoft Office PowerPoint</Application>
  <PresentationFormat>On-screen Show (4:3)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Corbel</vt:lpstr>
      <vt:lpstr>Wingdings</vt:lpstr>
      <vt:lpstr>Spectrum</vt:lpstr>
      <vt:lpstr>Binary Search Tree</vt:lpstr>
      <vt:lpstr>Lab Tasks</vt:lpstr>
      <vt:lpstr>BST: Implementation</vt:lpstr>
      <vt:lpstr>Lab Tasks</vt:lpstr>
      <vt:lpstr>BST: Deletion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Nyme Ahmed</cp:lastModifiedBy>
  <cp:revision>70</cp:revision>
  <dcterms:created xsi:type="dcterms:W3CDTF">2018-12-10T17:20:29Z</dcterms:created>
  <dcterms:modified xsi:type="dcterms:W3CDTF">2022-12-05T02:37:12Z</dcterms:modified>
</cp:coreProperties>
</file>