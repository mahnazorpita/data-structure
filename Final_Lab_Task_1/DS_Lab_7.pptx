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2" r:id="rId3"/>
    <p:sldId id="275" r:id="rId4"/>
    <p:sldId id="28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Sorting and Searching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071101"/>
              </p:ext>
            </p:extLst>
          </p:nvPr>
        </p:nvGraphicFramePr>
        <p:xfrm>
          <a:off x="476205" y="5334276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Nyme Ahmed (</a:t>
                      </a:r>
                      <a:r>
                        <a:rPr lang="en-US" i="1" dirty="0">
                          <a:solidFill>
                            <a:srgbClr val="0070C0"/>
                          </a:solidFill>
                        </a:rPr>
                        <a:t>nyme.ahmed@aiub.edu</a:t>
                      </a:r>
                      <a:r>
                        <a:rPr lang="en-US" i="1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Data Structure (Lab)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Tasks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68061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1. Implement </a:t>
            </a:r>
            <a:r>
              <a:rPr lang="en-US" sz="2400" b="1" dirty="0">
                <a:solidFill>
                  <a:schemeClr val="tx1"/>
                </a:solidFill>
              </a:rPr>
              <a:t>bubble Sort </a:t>
            </a:r>
            <a:r>
              <a:rPr lang="en-US" sz="2400" dirty="0">
                <a:solidFill>
                  <a:schemeClr val="tx1"/>
                </a:solidFill>
              </a:rPr>
              <a:t>and also print the number of comparisons and exchanges used.</a:t>
            </a:r>
          </a:p>
          <a:p>
            <a:r>
              <a:rPr lang="en-US" sz="2400" dirty="0">
                <a:solidFill>
                  <a:schemeClr val="tx1"/>
                </a:solidFill>
              </a:rPr>
              <a:t>2. Implement </a:t>
            </a:r>
            <a:r>
              <a:rPr lang="en-US" sz="2400" b="1" dirty="0">
                <a:solidFill>
                  <a:schemeClr val="tx1"/>
                </a:solidFill>
              </a:rPr>
              <a:t>selection sort </a:t>
            </a:r>
            <a:r>
              <a:rPr lang="en-US" sz="2400" dirty="0">
                <a:solidFill>
                  <a:schemeClr val="tx1"/>
                </a:solidFill>
              </a:rPr>
              <a:t>and also print the number of comparisons and exchanges used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3. Implement </a:t>
            </a:r>
            <a:r>
              <a:rPr lang="en-US" sz="2400" b="1" dirty="0">
                <a:solidFill>
                  <a:schemeClr val="tx1"/>
                </a:solidFill>
              </a:rPr>
              <a:t>insertion sort </a:t>
            </a:r>
            <a:r>
              <a:rPr lang="en-US" sz="2400" dirty="0">
                <a:solidFill>
                  <a:schemeClr val="tx1"/>
                </a:solidFill>
              </a:rPr>
              <a:t>and also print the number of comparisons and shifts used.</a:t>
            </a:r>
          </a:p>
          <a:p>
            <a:pPr algn="ctr"/>
            <a:r>
              <a:rPr lang="en-US" sz="2400" i="1" dirty="0">
                <a:solidFill>
                  <a:schemeClr val="tx1"/>
                </a:solidFill>
              </a:rPr>
              <a:t>//Must use the same input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rgbClr val="00B050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381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Bubble Sort: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435897"/>
            <a:ext cx="7018317" cy="2308324"/>
          </a:xfrm>
          <a:prstGeom prst="rect">
            <a:avLst/>
          </a:prstGeom>
          <a:solidFill>
            <a:schemeClr val="bg1"/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Do the following to write program for bubble sort: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Store some numbers in an array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Print the unsorted input array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</a:rPr>
              <a:t>Apply sorting using Bubble Sort algorithm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Print the sorted output array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987243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Bubble Sort: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435897"/>
            <a:ext cx="7018317" cy="2677656"/>
          </a:xfrm>
          <a:prstGeom prst="rect">
            <a:avLst/>
          </a:prstGeom>
          <a:solidFill>
            <a:schemeClr val="bg1"/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Input: </a:t>
            </a:r>
          </a:p>
          <a:p>
            <a:pPr algn="just"/>
            <a:r>
              <a:rPr lang="en-US" sz="2400" dirty="0"/>
              <a:t>[92, 82, 21, 16, 18, 95]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Output: </a:t>
            </a:r>
          </a:p>
          <a:p>
            <a:pPr algn="just"/>
            <a:r>
              <a:rPr lang="en-US" sz="2400" dirty="0"/>
              <a:t>[16,  18, 21, 82, 92, 95]</a:t>
            </a:r>
          </a:p>
          <a:p>
            <a:pPr algn="just"/>
            <a:r>
              <a:rPr lang="en-US" sz="2400" dirty="0"/>
              <a:t>Number of comparisons = 14</a:t>
            </a:r>
          </a:p>
          <a:p>
            <a:pPr algn="just"/>
            <a:r>
              <a:rPr lang="en-US" sz="2400" dirty="0"/>
              <a:t>Number of exchanges = 9</a:t>
            </a:r>
          </a:p>
        </p:txBody>
      </p:sp>
    </p:spTree>
    <p:extLst>
      <p:ext uri="{BB962C8B-B14F-4D97-AF65-F5344CB8AC3E}">
        <p14:creationId xmlns:p14="http://schemas.microsoft.com/office/powerpoint/2010/main" val="2489551426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622</TotalTime>
  <Words>186</Words>
  <Application>Microsoft Office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Corbel</vt:lpstr>
      <vt:lpstr>Wingdings</vt:lpstr>
      <vt:lpstr>Spectrum</vt:lpstr>
      <vt:lpstr>Sorting and Searching</vt:lpstr>
      <vt:lpstr>Lab Tasks</vt:lpstr>
      <vt:lpstr>Bubble Sort: Implementation</vt:lpstr>
      <vt:lpstr>Bubble Sort: Example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Nyme Ahmed</cp:lastModifiedBy>
  <cp:revision>71</cp:revision>
  <dcterms:created xsi:type="dcterms:W3CDTF">2018-12-10T17:20:29Z</dcterms:created>
  <dcterms:modified xsi:type="dcterms:W3CDTF">2022-11-07T03:25:57Z</dcterms:modified>
</cp:coreProperties>
</file>